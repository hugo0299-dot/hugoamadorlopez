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c9f835a6d145ff" /><Relationship Type="http://schemas.openxmlformats.org/officeDocument/2006/relationships/extended-properties" Target="/docProps/app.xml" Id="R5c113eb6beac4527" /><Relationship Type="http://schemas.openxmlformats.org/officeDocument/2006/relationships/officeDocument" Target="/ppt/presentation.xml" Id="R787a6390c16a4e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5fa7bb8e2b4cfe"/>
  </p:sldMasterIdLst>
  <p:notesMasterIdLst>
    <p:notesMasterId xmlns:r="http://schemas.openxmlformats.org/officeDocument/2006/relationships" r:id="R7fb752abb7e7404b"/>
  </p:notesMasterIdLst>
  <p:sldIdLst>
    <p:sldId xmlns:r="http://schemas.openxmlformats.org/officeDocument/2006/relationships" id="256" r:id="Rb806be21383442ae"/>
    <p:sldId xmlns:r="http://schemas.openxmlformats.org/officeDocument/2006/relationships" id="257" r:id="Rc9dd1e4deb454571"/>
    <p:sldId xmlns:r="http://schemas.openxmlformats.org/officeDocument/2006/relationships" id="258" r:id="R1ad7daa7c66148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d16a58ab524ccb" /><Relationship Type="http://schemas.openxmlformats.org/officeDocument/2006/relationships/slideMaster" Target="/ppt/slideMasters/slideMaster1.xml" Id="Ra45fa7bb8e2b4cfe" /><Relationship Type="http://schemas.openxmlformats.org/officeDocument/2006/relationships/notesMaster" Target="/ppt/notesMasters/notesMaster1.xml" Id="R7fb752abb7e7404b" /><Relationship Type="http://schemas.openxmlformats.org/officeDocument/2006/relationships/presProps" Target="/ppt/presProps.xml" Id="Rbd955444f8784a3f" /><Relationship Type="http://schemas.openxmlformats.org/officeDocument/2006/relationships/tableStyles" Target="/ppt/tableStyles.xml" Id="Ra57c295d2df140bd" /><Relationship Type="http://schemas.openxmlformats.org/officeDocument/2006/relationships/slide" Target="/ppt/slides/slide1.xml" Id="Rb806be21383442ae" /><Relationship Type="http://schemas.openxmlformats.org/officeDocument/2006/relationships/slide" Target="/ppt/slides/slide2.xml" Id="Rc9dd1e4deb454571" /><Relationship Type="http://schemas.openxmlformats.org/officeDocument/2006/relationships/slide" Target="/ppt/slides/slide3.xml" Id="R1ad7daa7c66148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f7efbec4d14c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b0b6d6add84b18" /><Relationship Type="http://schemas.openxmlformats.org/officeDocument/2006/relationships/notesMaster" Target="/ppt/notesMasters/notesMaster1.xml" Id="Raa40d9dce20b41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782670e80444bc" /><Relationship Type="http://schemas.openxmlformats.org/officeDocument/2006/relationships/notesMaster" Target="/ppt/notesMasters/notesMaster1.xml" Id="R7a3061272c7042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1b053b524a4f26" /><Relationship Type="http://schemas.openxmlformats.org/officeDocument/2006/relationships/notesMaster" Target="/ppt/notesMasters/notesMaster1.xml" Id="R95ca1d61eefb42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03f458eb1b42f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3e9b0403a54f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30ba89b7cb4d4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7e3b9ad5d64f8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f8011b1fd94a0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8d33f5ef0c47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C13C4C-3320-4AA9-8C2B-E6E61862EF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A699F8C-A0F0-4694-A59B-04DA392C798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B340520-49B0-4F22-8D90-0B7E6C8F60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991444-3F81-412A-9CAC-B49B2E18F4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BC5201B-7246-4F02-94A6-572DB4EB38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10C39CA-5432-443D-85DC-7359E59A9E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E2DCDE7-3652-4BF2-8D98-E3FD5C1567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19260DB-5A75-40BF-8B5C-42E06CD49C7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2BA47F6-8403-4A9F-9A8D-4FC2F28128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C243458-8AF4-48B9-94CC-6F2CC9CED6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64ce5672c24730" /><Relationship Type="http://schemas.openxmlformats.org/officeDocument/2006/relationships/slideLayout" Target="/ppt/slideLayouts/slideLayout1.xml" Id="R468be72780094191" /><Relationship Type="http://schemas.openxmlformats.org/officeDocument/2006/relationships/slideLayout" Target="/ppt/slideLayouts/slideLayout2.xml" Id="Re139e037bf794fae" /><Relationship Type="http://schemas.openxmlformats.org/officeDocument/2006/relationships/slideLayout" Target="/ppt/slideLayouts/slideLayout3.xml" Id="R8ef76556c54e4f5f" /><Relationship Type="http://schemas.openxmlformats.org/officeDocument/2006/relationships/slideLayout" Target="/ppt/slideLayouts/slideLayout4.xml" Id="R9408753323064782" /><Relationship Type="http://schemas.openxmlformats.org/officeDocument/2006/relationships/slideLayout" Target="/ppt/slideLayouts/slideLayout5.xml" Id="R48f4d851e9134f2a" /><Relationship Type="http://schemas.openxmlformats.org/officeDocument/2006/relationships/slideLayout" Target="/ppt/slideLayouts/slideLayout6.xml" Id="R19c6d92e6da246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8be72780094191"/>
    <p:sldLayoutId xmlns:r="http://schemas.openxmlformats.org/officeDocument/2006/relationships" id="2147483650" r:id="Re139e037bf794fae"/>
    <p:sldLayoutId xmlns:r="http://schemas.openxmlformats.org/officeDocument/2006/relationships" id="2147483651" r:id="R8ef76556c54e4f5f"/>
    <p:sldLayoutId xmlns:r="http://schemas.openxmlformats.org/officeDocument/2006/relationships" id="2147483652" r:id="R9408753323064782"/>
    <p:sldLayoutId xmlns:r="http://schemas.openxmlformats.org/officeDocument/2006/relationships" id="2147483653" r:id="R48f4d851e9134f2a"/>
    <p:sldLayoutId xmlns:r="http://schemas.openxmlformats.org/officeDocument/2006/relationships" id="2147483654" r:id="R19c6d92e6da246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54d211564a4aed" /><Relationship Type="http://schemas.openxmlformats.org/officeDocument/2006/relationships/image" Target="/ppt/media/image.png" Id="R307b622653a54bd4" /><Relationship Type="http://schemas.openxmlformats.org/officeDocument/2006/relationships/image" Target="/ppt/media/image2.png" Id="Rde066fe727894013" /><Relationship Type="http://schemas.openxmlformats.org/officeDocument/2006/relationships/image" Target="/ppt/media/image3.png" Id="R7bdea00e7a554813" /><Relationship Type="http://schemas.openxmlformats.org/officeDocument/2006/relationships/image" Target="/ppt/media/image4.png" Id="R6e943e84e221437b" /><Relationship Type="http://schemas.openxmlformats.org/officeDocument/2006/relationships/image" Target="/ppt/media/image5.png" Id="Rba8eec878bd44bef" /><Relationship Type="http://schemas.openxmlformats.org/officeDocument/2006/relationships/image" Target="/ppt/media/image6.png" Id="Rae02d5e135154a9d" /><Relationship Type="http://schemas.openxmlformats.org/officeDocument/2006/relationships/notesSlide" Target="/ppt/notesSlides/notesSlide1.xml" Id="Reb9775d6b15f48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e601fe85a341d9" /><Relationship Type="http://schemas.openxmlformats.org/officeDocument/2006/relationships/image" Target="/ppt/media/image7.png" Id="Re57cf31aa30549e9" /><Relationship Type="http://schemas.openxmlformats.org/officeDocument/2006/relationships/image" Target="/ppt/media/image8.png" Id="R7ac935677c014abf" /><Relationship Type="http://schemas.openxmlformats.org/officeDocument/2006/relationships/image" Target="/ppt/media/image9.png" Id="R7a18c750860f4423" /><Relationship Type="http://schemas.openxmlformats.org/officeDocument/2006/relationships/image" Target="/ppt/media/image10.png" Id="R74e37fbe87d947db" /><Relationship Type="http://schemas.openxmlformats.org/officeDocument/2006/relationships/image" Target="/ppt/media/image11.png" Id="R0b86302b46884bb7" /><Relationship Type="http://schemas.openxmlformats.org/officeDocument/2006/relationships/image" Target="/ppt/media/image12.png" Id="Ree8d3d5453534fd8" /><Relationship Type="http://schemas.openxmlformats.org/officeDocument/2006/relationships/notesSlide" Target="/ppt/notesSlides/notesSlide2.xml" Id="Re7ac6eced06c4a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93f60e20f44020" /><Relationship Type="http://schemas.openxmlformats.org/officeDocument/2006/relationships/image" Target="/ppt/media/image13.png" Id="Ra6a17797d84b442b" /><Relationship Type="http://schemas.openxmlformats.org/officeDocument/2006/relationships/image" Target="/ppt/media/image14.png" Id="R1eb848a8b3c14403" /><Relationship Type="http://schemas.openxmlformats.org/officeDocument/2006/relationships/image" Target="/ppt/media/image15.png" Id="R35c2e02ff1fa4c69" /><Relationship Type="http://schemas.openxmlformats.org/officeDocument/2006/relationships/image" Target="/ppt/media/image16.png" Id="R245ef408eff24e6a" /><Relationship Type="http://schemas.openxmlformats.org/officeDocument/2006/relationships/image" Target="/ppt/media/image17.png" Id="R0723ce86a383435c" /><Relationship Type="http://schemas.openxmlformats.org/officeDocument/2006/relationships/image" Target="/ppt/media/image18.png" Id="Rd01219f3275b4f87" /><Relationship Type="http://schemas.openxmlformats.org/officeDocument/2006/relationships/notesSlide" Target="/ppt/notesSlides/notesSlide3.xml" Id="R4057825811bc44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EDD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5FE193-522B-40E2-A81E-A29DD40E31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7b622653a54bd4"/>
          <a:stretch xmlns:a="http://schemas.openxmlformats.org/drawingml/2006/main"/>
        </p:blipFill>
        <p:spPr>
          <a:xfrm xmlns:a="http://schemas.openxmlformats.org/drawingml/2006/main">
            <a:off x="457200" y="1714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33ED65-F7B4-4816-B993-9B02F280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/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 xmlns:a="http://schemas.openxmlformats.org/drawingml/2006/main">
            <a:pPr algn="ctr"/>
            <a:r>
              <a:rPr sz="1350" i="0">
                <a:solidFill>
                  <a:srgbClr val="A58246"/>
                </a:solidFill>
                <a:latin typeface="Arial"/>
                <a:ea typeface="Arial"/>
                <a:cs typeface="Arial"/>
              </a:rPr>
              <a:t>UNIVERSO aBANZA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C5FD8-101F-49C3-87CE-52579C540C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66fe727894013"/>
          <a:stretch xmlns:a="http://schemas.openxmlformats.org/drawingml/2006/main"/>
        </p:blipFill>
        <p:spPr>
          <a:xfrm xmlns:a="http://schemas.openxmlformats.org/drawingml/2006/main">
            <a:off x="10139970" y="171450"/>
            <a:ext cx="1532310" cy="33337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061F9D-84F9-4D4F-8AC6-56BBC2EBE9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dea00e7a554813"/>
          <a:stretch xmlns:a="http://schemas.openxmlformats.org/drawingml/2006/main"/>
        </p:blipFill>
        <p:spPr>
          <a:xfrm xmlns:a="http://schemas.openxmlformats.org/drawingml/2006/main">
            <a:off x="2095500" y="619125"/>
            <a:ext cx="8001000" cy="450056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9BA74-1FB0-4E60-AD42-6D3ED086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/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 xmlns:a="http://schemas.openxmlformats.org/drawingml/2006/main">
            <a:pPr algn="ctr"/>
            <a:r>
              <a:rPr sz="2325" i="1">
                <a:solidFill>
                  <a:srgbClr val="332C20"/>
                </a:solidFill>
                <a:latin typeface="Georgia"/>
                <a:ea typeface="Georgia"/>
                <a:cs typeface="Georgia"/>
              </a:rPr>
              <a:t>Una Aldea que creció hasta consolidarse como Reino.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00D29-116B-4F95-A864-5E803205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743575"/>
            <a:ext cx="9810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/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 xmlns:a="http://schemas.openxmlformats.org/drawingml/2006/main">
            <a:pPr algn="ctr"/>
            <a:r>
              <a:rPr sz="1725" i="0">
                <a:solidFill>
                  <a:srgbClr val="65583F"/>
                </a:solidFill>
                <a:latin typeface="Arial"/>
                <a:ea typeface="Arial"/>
                <a:cs typeface="Arial"/>
              </a:rPr>
              <a:t>Quienes lo habitan le dan raíces; quienes llegan de visita alimentan su vida.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DBC174-B488-463B-8018-9103D2F048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943e84e221437b"/>
          <a:stretch xmlns:a="http://schemas.openxmlformats.org/drawingml/2006/main"/>
        </p:blipFill>
        <p:spPr>
          <a:xfrm xmlns:a="http://schemas.openxmlformats.org/drawingml/2006/main">
            <a:off x="4451285" y="6400800"/>
            <a:ext cx="812930" cy="32385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417795-2088-48D4-9D71-4CB810CE07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eec878bd44bef"/>
          <a:stretch xmlns:a="http://schemas.openxmlformats.org/drawingml/2006/main"/>
        </p:blipFill>
        <p:spPr>
          <a:xfrm xmlns:a="http://schemas.openxmlformats.org/drawingml/2006/main">
            <a:off x="5691188" y="6400800"/>
            <a:ext cx="809625" cy="32385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1A5C74-6B43-4610-879E-CDA9E36C1C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02d5e135154a9d"/>
          <a:stretch xmlns:a="http://schemas.openxmlformats.org/drawingml/2006/main"/>
        </p:blipFill>
        <p:spPr>
          <a:xfrm xmlns:a="http://schemas.openxmlformats.org/drawingml/2006/main">
            <a:off x="6898752" y="6381750"/>
            <a:ext cx="642396" cy="3714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0574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EDD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14C65-1317-4E1F-9405-7703E9EF2E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7cf31aa30549e9"/>
          <a:stretch xmlns:a="http://schemas.openxmlformats.org/drawingml/2006/main"/>
        </p:blipFill>
        <p:spPr>
          <a:xfrm xmlns:a="http://schemas.openxmlformats.org/drawingml/2006/main">
            <a:off x="457200" y="1714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2E427-905A-4643-96DB-27C1FE8A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/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 xmlns:a="http://schemas.openxmlformats.org/drawingml/2006/main">
            <a:pPr algn="ctr"/>
            <a:r>
              <a:rPr sz="1350" i="0">
                <a:solidFill>
                  <a:srgbClr val="A58246"/>
                </a:solidFill>
                <a:latin typeface="Arial"/>
                <a:ea typeface="Arial"/>
                <a:cs typeface="Arial"/>
              </a:rPr>
              <a:t>UNIVERSO aBANZA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21FC0-1B6A-4ADB-988D-0BFF615B92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c935677c014abf"/>
          <a:stretch xmlns:a="http://schemas.openxmlformats.org/drawingml/2006/main"/>
        </p:blipFill>
        <p:spPr>
          <a:xfrm xmlns:a="http://schemas.openxmlformats.org/drawingml/2006/main">
            <a:off x="10139970" y="171450"/>
            <a:ext cx="1532310" cy="33337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D0DCD9-BCD3-4876-BC1A-444B0E19CC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8c750860f4423"/>
          <a:stretch xmlns:a="http://schemas.openxmlformats.org/drawingml/2006/main"/>
        </p:blipFill>
        <p:spPr>
          <a:xfrm xmlns:a="http://schemas.openxmlformats.org/drawingml/2006/main">
            <a:off x="2095500" y="619125"/>
            <a:ext cx="8001000" cy="450056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AB3AC-AAAB-409B-8075-48F4EAE8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/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 xmlns:a="http://schemas.openxmlformats.org/drawingml/2006/main">
            <a:pPr algn="ctr"/>
            <a:r>
              <a:rPr sz="2325" i="1">
                <a:solidFill>
                  <a:srgbClr val="332C20"/>
                </a:solidFill>
                <a:latin typeface="Georgia"/>
                <a:ea typeface="Georgia"/>
                <a:cs typeface="Georgia"/>
              </a:rPr>
              <a:t>Una comunidad que echa raíces y abre caminos.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7A62A-DC5B-4C1E-AD11-B676FB78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743575"/>
            <a:ext cx="9810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/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 xmlns:a="http://schemas.openxmlformats.org/drawingml/2006/main">
            <a:pPr algn="ctr"/>
            <a:r>
              <a:rPr sz="1725" i="0">
                <a:solidFill>
                  <a:srgbClr val="65583F"/>
                </a:solidFill>
                <a:latin typeface="Arial"/>
                <a:ea typeface="Arial"/>
                <a:cs typeface="Arial"/>
              </a:rPr>
              <a:t>Puede florecer como Reino o seguir escribiendo su historia como Aldea.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1CFF4-1FEA-43E6-AFBC-65F726E633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e37fbe87d947db"/>
          <a:stretch xmlns:a="http://schemas.openxmlformats.org/drawingml/2006/main"/>
        </p:blipFill>
        <p:spPr>
          <a:xfrm xmlns:a="http://schemas.openxmlformats.org/drawingml/2006/main">
            <a:off x="4451285" y="6400800"/>
            <a:ext cx="812930" cy="32385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B38646-263E-4C02-90DB-B975E41590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86302b46884bb7"/>
          <a:stretch xmlns:a="http://schemas.openxmlformats.org/drawingml/2006/main"/>
        </p:blipFill>
        <p:spPr>
          <a:xfrm xmlns:a="http://schemas.openxmlformats.org/drawingml/2006/main">
            <a:off x="5691188" y="6400800"/>
            <a:ext cx="809625" cy="32385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8138C8-CEE4-4B31-A73C-00066B5DBA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d3d5453534fd8"/>
          <a:stretch xmlns:a="http://schemas.openxmlformats.org/drawingml/2006/main"/>
        </p:blipFill>
        <p:spPr>
          <a:xfrm xmlns:a="http://schemas.openxmlformats.org/drawingml/2006/main">
            <a:off x="6898752" y="6381750"/>
            <a:ext cx="642396" cy="3714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9383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EDD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5A0E51-67D0-4968-A6CB-B51386BE9A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a17797d84b442b"/>
          <a:stretch xmlns:a="http://schemas.openxmlformats.org/drawingml/2006/main"/>
        </p:blipFill>
        <p:spPr>
          <a:xfrm xmlns:a="http://schemas.openxmlformats.org/drawingml/2006/main">
            <a:off x="457200" y="1714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CE045-854B-4C89-9582-073F6201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/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 xmlns:a="http://schemas.openxmlformats.org/drawingml/2006/main">
            <a:pPr algn="ctr"/>
            <a:r>
              <a:rPr sz="1350" i="0">
                <a:solidFill>
                  <a:srgbClr val="A58246"/>
                </a:solidFill>
                <a:latin typeface="Arial"/>
                <a:ea typeface="Arial"/>
                <a:cs typeface="Arial"/>
              </a:rPr>
              <a:t>UNIVERSO aBANZA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EBE2A-DAE9-48EF-9103-EEE452BF5F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b848a8b3c14403"/>
          <a:stretch xmlns:a="http://schemas.openxmlformats.org/drawingml/2006/main"/>
        </p:blipFill>
        <p:spPr>
          <a:xfrm xmlns:a="http://schemas.openxmlformats.org/drawingml/2006/main">
            <a:off x="10139970" y="171450"/>
            <a:ext cx="1532310" cy="33337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526EC-31F7-45B4-BFBC-811ACD3005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c2e02ff1fa4c69"/>
          <a:stretch xmlns:a="http://schemas.openxmlformats.org/drawingml/2006/main"/>
        </p:blipFill>
        <p:spPr>
          <a:xfrm xmlns:a="http://schemas.openxmlformats.org/drawingml/2006/main">
            <a:off x="2095500" y="619125"/>
            <a:ext cx="8001000" cy="450056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ACD37-C75D-447C-8E89-560A1180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/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 xmlns:a="http://schemas.openxmlformats.org/drawingml/2006/main">
            <a:pPr algn="ctr"/>
            <a:r>
              <a:rPr sz="2325" i="1">
                <a:solidFill>
                  <a:srgbClr val="332C20"/>
                </a:solidFill>
                <a:latin typeface="Georgia"/>
                <a:ea typeface="Georgia"/>
                <a:cs typeface="Georgia"/>
              </a:rPr>
              <a:t>Un rincón con alma propia.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54543-4D9B-49A4-B20A-B6E3D8D1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743575"/>
            <a:ext cx="9810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/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 xmlns:a="http://schemas.openxmlformats.org/drawingml/2006/main">
            <a:pPr algn="ctr"/>
            <a:r>
              <a:rPr sz="1725" i="0">
                <a:solidFill>
                  <a:srgbClr val="65583F"/>
                </a:solidFill>
                <a:latin typeface="Arial"/>
                <a:ea typeface="Arial"/>
                <a:cs typeface="Arial"/>
              </a:rPr>
              <a:t>Entre casas, comercios y encuentros, la comunidad florece dentro de su propio contorno.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C6434E-F868-447E-BF27-C11054D0C7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5ef408eff24e6a"/>
          <a:stretch xmlns:a="http://schemas.openxmlformats.org/drawingml/2006/main"/>
        </p:blipFill>
        <p:spPr>
          <a:xfrm xmlns:a="http://schemas.openxmlformats.org/drawingml/2006/main">
            <a:off x="4451285" y="6400800"/>
            <a:ext cx="812930" cy="32385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6AA1A6-DE7A-4EF7-A951-BCE6C8F374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23ce86a383435c"/>
          <a:stretch xmlns:a="http://schemas.openxmlformats.org/drawingml/2006/main"/>
        </p:blipFill>
        <p:spPr>
          <a:xfrm xmlns:a="http://schemas.openxmlformats.org/drawingml/2006/main">
            <a:off x="5691188" y="6400800"/>
            <a:ext cx="809625" cy="32385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E6801-69B7-426F-BDE7-C5E489A611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1219f3275b4f87"/>
          <a:stretch xmlns:a="http://schemas.openxmlformats.org/drawingml/2006/main"/>
        </p:blipFill>
        <p:spPr>
          <a:xfrm xmlns:a="http://schemas.openxmlformats.org/drawingml/2006/main">
            <a:off x="6898752" y="6381750"/>
            <a:ext cx="642396" cy="3714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6910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2026-10-26T18:31:18.4140000Z</dcterms:created>
  <dcterms:modified xsi:type="dcterms:W3CDTF">2026-10-26T18:31:18.4140000Z</dcterms:modified>
</coreProperties>
</file>